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3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notesMasterIdLst>
    <p:notesMasterId r:id="rId23"/>
  </p:notesMasterIdLst>
  <p:handoutMasterIdLst>
    <p:handoutMasterId r:id="rId24"/>
  </p:handoutMasterIdLst>
  <p:sldIdLst>
    <p:sldId id="256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5" r:id="rId10"/>
    <p:sldId id="363" r:id="rId11"/>
    <p:sldId id="366" r:id="rId12"/>
    <p:sldId id="367" r:id="rId13"/>
    <p:sldId id="370" r:id="rId14"/>
    <p:sldId id="374" r:id="rId15"/>
    <p:sldId id="371" r:id="rId16"/>
    <p:sldId id="372" r:id="rId17"/>
    <p:sldId id="375" r:id="rId18"/>
    <p:sldId id="373" r:id="rId19"/>
    <p:sldId id="368" r:id="rId20"/>
    <p:sldId id="364" r:id="rId21"/>
    <p:sldId id="36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687C432-D795-4BEF-9754-5A9B795063C1}">
          <p14:sldIdLst>
            <p14:sldId id="256"/>
          </p14:sldIdLst>
        </p14:section>
        <p14:section name="Presentation" id="{8FD3371F-0DC7-445E-B19E-CA845F5DE745}">
          <p14:sldIdLst>
            <p14:sldId id="356"/>
            <p14:sldId id="357"/>
            <p14:sldId id="358"/>
            <p14:sldId id="359"/>
            <p14:sldId id="360"/>
            <p14:sldId id="361"/>
            <p14:sldId id="362"/>
          </p14:sldIdLst>
        </p14:section>
        <p14:section name="Logiciels" id="{F94C8612-2085-4CAB-B3F1-7059D2CB10E8}">
          <p14:sldIdLst>
            <p14:sldId id="365"/>
            <p14:sldId id="363"/>
            <p14:sldId id="366"/>
          </p14:sldIdLst>
        </p14:section>
        <p14:section name="PowerPoint" id="{43E693DC-B2B2-464F-BFA0-CD113EC6E327}">
          <p14:sldIdLst>
            <p14:sldId id="367"/>
            <p14:sldId id="370"/>
            <p14:sldId id="374"/>
            <p14:sldId id="371"/>
            <p14:sldId id="372"/>
            <p14:sldId id="375"/>
            <p14:sldId id="373"/>
            <p14:sldId id="368"/>
          </p14:sldIdLst>
        </p14:section>
        <p14:section name="Fermeture" id="{A9AAFB93-E47C-4748-9381-FE14B77899F8}">
          <p14:sldIdLst>
            <p14:sldId id="364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C8DA1-1F8F-4F3D-9A3F-6A6F5F270968}" v="5" dt="2025-11-21T16:54:57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3457" autoAdjust="0"/>
  </p:normalViewPr>
  <p:slideViewPr>
    <p:cSldViewPr snapToGrid="0">
      <p:cViewPr varScale="1">
        <p:scale>
          <a:sx n="103" d="100"/>
          <a:sy n="103" d="100"/>
        </p:scale>
        <p:origin x="33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hristine Bélanger" userId="f1dd5d44-ee01-445f-a375-8cecd9999c25" providerId="ADAL" clId="{71ED229A-DC70-46A6-9226-54435465770D}"/>
    <pc:docChg chg="custSel delSld modSld modSection">
      <pc:chgData name="Marie-Christine Bélanger" userId="f1dd5d44-ee01-445f-a375-8cecd9999c25" providerId="ADAL" clId="{71ED229A-DC70-46A6-9226-54435465770D}" dt="2025-11-21T16:55:16.757" v="42" actId="47"/>
      <pc:docMkLst>
        <pc:docMk/>
      </pc:docMkLst>
      <pc:sldChg chg="delSp modSp mod">
        <pc:chgData name="Marie-Christine Bélanger" userId="f1dd5d44-ee01-445f-a375-8cecd9999c25" providerId="ADAL" clId="{71ED229A-DC70-46A6-9226-54435465770D}" dt="2025-11-20T20:26:29.869" v="11" actId="478"/>
        <pc:sldMkLst>
          <pc:docMk/>
          <pc:sldMk cId="3621253530" sldId="256"/>
        </pc:sldMkLst>
        <pc:spChg chg="mod">
          <ac:chgData name="Marie-Christine Bélanger" userId="f1dd5d44-ee01-445f-a375-8cecd9999c25" providerId="ADAL" clId="{71ED229A-DC70-46A6-9226-54435465770D}" dt="2025-11-20T20:26:25.949" v="10" actId="20577"/>
          <ac:spMkLst>
            <pc:docMk/>
            <pc:sldMk cId="3621253530" sldId="256"/>
            <ac:spMk id="8" creationId="{1B0E8A0D-7B64-F280-A920-BC0698FB0B37}"/>
          </ac:spMkLst>
        </pc:spChg>
        <pc:spChg chg="del">
          <ac:chgData name="Marie-Christine Bélanger" userId="f1dd5d44-ee01-445f-a375-8cecd9999c25" providerId="ADAL" clId="{71ED229A-DC70-46A6-9226-54435465770D}" dt="2025-11-20T20:26:29.869" v="11" actId="478"/>
          <ac:spMkLst>
            <pc:docMk/>
            <pc:sldMk cId="3621253530" sldId="256"/>
            <ac:spMk id="9" creationId="{4F0E344E-45BF-042F-CDF2-EF4121E2F227}"/>
          </ac:spMkLst>
        </pc:spChg>
      </pc:sldChg>
      <pc:sldChg chg="delSp del mod">
        <pc:chgData name="Marie-Christine Bélanger" userId="f1dd5d44-ee01-445f-a375-8cecd9999c25" providerId="ADAL" clId="{71ED229A-DC70-46A6-9226-54435465770D}" dt="2025-11-20T20:27:43.601" v="33" actId="47"/>
        <pc:sldMkLst>
          <pc:docMk/>
          <pc:sldMk cId="1171865287" sldId="296"/>
        </pc:sldMkLst>
        <pc:spChg chg="del">
          <ac:chgData name="Marie-Christine Bélanger" userId="f1dd5d44-ee01-445f-a375-8cecd9999c25" providerId="ADAL" clId="{71ED229A-DC70-46A6-9226-54435465770D}" dt="2025-11-20T20:27:28.235" v="30" actId="478"/>
          <ac:spMkLst>
            <pc:docMk/>
            <pc:sldMk cId="1171865287" sldId="296"/>
            <ac:spMk id="3" creationId="{78BF69FC-50B3-C762-F527-936922FFAC1B}"/>
          </ac:spMkLst>
        </pc:spChg>
      </pc:sldChg>
      <pc:sldChg chg="delSp del mod">
        <pc:chgData name="Marie-Christine Bélanger" userId="f1dd5d44-ee01-445f-a375-8cecd9999c25" providerId="ADAL" clId="{71ED229A-DC70-46A6-9226-54435465770D}" dt="2025-11-21T16:55:16.757" v="42" actId="47"/>
        <pc:sldMkLst>
          <pc:docMk/>
          <pc:sldMk cId="76542285" sldId="332"/>
        </pc:sldMkLst>
        <pc:spChg chg="del">
          <ac:chgData name="Marie-Christine Bélanger" userId="f1dd5d44-ee01-445f-a375-8cecd9999c25" providerId="ADAL" clId="{71ED229A-DC70-46A6-9226-54435465770D}" dt="2025-11-20T20:27:32.506" v="31" actId="478"/>
          <ac:spMkLst>
            <pc:docMk/>
            <pc:sldMk cId="76542285" sldId="332"/>
            <ac:spMk id="4" creationId="{26BDC6ED-1AB2-1115-1D49-6DB26FDD40E8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34.880" v="12" actId="478"/>
        <pc:sldMkLst>
          <pc:docMk/>
          <pc:sldMk cId="930104466" sldId="357"/>
        </pc:sldMkLst>
        <pc:spChg chg="del">
          <ac:chgData name="Marie-Christine Bélanger" userId="f1dd5d44-ee01-445f-a375-8cecd9999c25" providerId="ADAL" clId="{71ED229A-DC70-46A6-9226-54435465770D}" dt="2025-11-20T20:26:34.880" v="12" actId="478"/>
          <ac:spMkLst>
            <pc:docMk/>
            <pc:sldMk cId="930104466" sldId="357"/>
            <ac:spMk id="5" creationId="{A9AA4C3F-4CB1-5889-F6D0-3C13FB00E162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38.164" v="13" actId="478"/>
        <pc:sldMkLst>
          <pc:docMk/>
          <pc:sldMk cId="292524263" sldId="358"/>
        </pc:sldMkLst>
        <pc:spChg chg="del">
          <ac:chgData name="Marie-Christine Bélanger" userId="f1dd5d44-ee01-445f-a375-8cecd9999c25" providerId="ADAL" clId="{71ED229A-DC70-46A6-9226-54435465770D}" dt="2025-11-20T20:26:38.164" v="13" actId="478"/>
          <ac:spMkLst>
            <pc:docMk/>
            <pc:sldMk cId="292524263" sldId="358"/>
            <ac:spMk id="5" creationId="{51135F50-0AF9-C39A-EF6F-CAC43FB21CC0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40.608" v="14" actId="478"/>
        <pc:sldMkLst>
          <pc:docMk/>
          <pc:sldMk cId="4088714758" sldId="359"/>
        </pc:sldMkLst>
        <pc:spChg chg="del">
          <ac:chgData name="Marie-Christine Bélanger" userId="f1dd5d44-ee01-445f-a375-8cecd9999c25" providerId="ADAL" clId="{71ED229A-DC70-46A6-9226-54435465770D}" dt="2025-11-20T20:26:40.608" v="14" actId="478"/>
          <ac:spMkLst>
            <pc:docMk/>
            <pc:sldMk cId="4088714758" sldId="359"/>
            <ac:spMk id="5" creationId="{DB99653A-6FAA-E684-6E35-AB9335286184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42.571" v="15" actId="478"/>
        <pc:sldMkLst>
          <pc:docMk/>
          <pc:sldMk cId="522475943" sldId="360"/>
        </pc:sldMkLst>
        <pc:spChg chg="del">
          <ac:chgData name="Marie-Christine Bélanger" userId="f1dd5d44-ee01-445f-a375-8cecd9999c25" providerId="ADAL" clId="{71ED229A-DC70-46A6-9226-54435465770D}" dt="2025-11-20T20:26:42.571" v="15" actId="478"/>
          <ac:spMkLst>
            <pc:docMk/>
            <pc:sldMk cId="522475943" sldId="360"/>
            <ac:spMk id="5" creationId="{901D9634-E247-B08B-786F-E4E713EBAAF0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45.424" v="16" actId="478"/>
        <pc:sldMkLst>
          <pc:docMk/>
          <pc:sldMk cId="3980395411" sldId="361"/>
        </pc:sldMkLst>
        <pc:spChg chg="del">
          <ac:chgData name="Marie-Christine Bélanger" userId="f1dd5d44-ee01-445f-a375-8cecd9999c25" providerId="ADAL" clId="{71ED229A-DC70-46A6-9226-54435465770D}" dt="2025-11-20T20:26:45.424" v="16" actId="478"/>
          <ac:spMkLst>
            <pc:docMk/>
            <pc:sldMk cId="3980395411" sldId="361"/>
            <ac:spMk id="5" creationId="{1AD59521-4E5F-D059-37C0-A1525BA1E700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48.489" v="17" actId="478"/>
        <pc:sldMkLst>
          <pc:docMk/>
          <pc:sldMk cId="2612760670" sldId="362"/>
        </pc:sldMkLst>
        <pc:spChg chg="del">
          <ac:chgData name="Marie-Christine Bélanger" userId="f1dd5d44-ee01-445f-a375-8cecd9999c25" providerId="ADAL" clId="{71ED229A-DC70-46A6-9226-54435465770D}" dt="2025-11-20T20:26:48.489" v="17" actId="478"/>
          <ac:spMkLst>
            <pc:docMk/>
            <pc:sldMk cId="2612760670" sldId="362"/>
            <ac:spMk id="5" creationId="{D735A2ED-24A4-F802-F872-7959FB29E484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53.158" v="18" actId="478"/>
        <pc:sldMkLst>
          <pc:docMk/>
          <pc:sldMk cId="2040000492" sldId="363"/>
        </pc:sldMkLst>
        <pc:spChg chg="del">
          <ac:chgData name="Marie-Christine Bélanger" userId="f1dd5d44-ee01-445f-a375-8cecd9999c25" providerId="ADAL" clId="{71ED229A-DC70-46A6-9226-54435465770D}" dt="2025-11-20T20:26:53.158" v="18" actId="478"/>
          <ac:spMkLst>
            <pc:docMk/>
            <pc:sldMk cId="2040000492" sldId="363"/>
            <ac:spMk id="5" creationId="{3531CA69-3A31-3A85-3371-97011D0770F3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7:25.893" v="29" actId="478"/>
        <pc:sldMkLst>
          <pc:docMk/>
          <pc:sldMk cId="3224876709" sldId="364"/>
        </pc:sldMkLst>
        <pc:spChg chg="del">
          <ac:chgData name="Marie-Christine Bélanger" userId="f1dd5d44-ee01-445f-a375-8cecd9999c25" providerId="ADAL" clId="{71ED229A-DC70-46A6-9226-54435465770D}" dt="2025-11-20T20:27:25.893" v="29" actId="478"/>
          <ac:spMkLst>
            <pc:docMk/>
            <pc:sldMk cId="3224876709" sldId="364"/>
            <ac:spMk id="3" creationId="{E7E1EC1F-4B39-7639-4B55-7DAA34BF26EF}"/>
          </ac:spMkLst>
        </pc:spChg>
      </pc:sldChg>
      <pc:sldChg chg="addSp delSp modSp mod">
        <pc:chgData name="Marie-Christine Bélanger" userId="f1dd5d44-ee01-445f-a375-8cecd9999c25" providerId="ADAL" clId="{71ED229A-DC70-46A6-9226-54435465770D}" dt="2025-11-20T21:47:17.403" v="35" actId="478"/>
        <pc:sldMkLst>
          <pc:docMk/>
          <pc:sldMk cId="358919132" sldId="365"/>
        </pc:sldMkLst>
        <pc:spChg chg="del">
          <ac:chgData name="Marie-Christine Bélanger" userId="f1dd5d44-ee01-445f-a375-8cecd9999c25" providerId="ADAL" clId="{71ED229A-DC70-46A6-9226-54435465770D}" dt="2025-11-20T21:47:14.502" v="34" actId="478"/>
          <ac:spMkLst>
            <pc:docMk/>
            <pc:sldMk cId="358919132" sldId="365"/>
            <ac:spMk id="6" creationId="{4CF72B03-95C0-942C-4EA5-2350C01A0303}"/>
          </ac:spMkLst>
        </pc:spChg>
        <pc:spChg chg="add del mod">
          <ac:chgData name="Marie-Christine Bélanger" userId="f1dd5d44-ee01-445f-a375-8cecd9999c25" providerId="ADAL" clId="{71ED229A-DC70-46A6-9226-54435465770D}" dt="2025-11-20T21:47:17.403" v="35" actId="478"/>
          <ac:spMkLst>
            <pc:docMk/>
            <pc:sldMk cId="358919132" sldId="365"/>
            <ac:spMk id="7" creationId="{75E3A1DD-1F83-0C58-660A-DA2AF681C857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55.555" v="19" actId="478"/>
        <pc:sldMkLst>
          <pc:docMk/>
          <pc:sldMk cId="1830694339" sldId="366"/>
        </pc:sldMkLst>
        <pc:spChg chg="del">
          <ac:chgData name="Marie-Christine Bélanger" userId="f1dd5d44-ee01-445f-a375-8cecd9999c25" providerId="ADAL" clId="{71ED229A-DC70-46A6-9226-54435465770D}" dt="2025-11-20T20:26:55.555" v="19" actId="478"/>
          <ac:spMkLst>
            <pc:docMk/>
            <pc:sldMk cId="1830694339" sldId="366"/>
            <ac:spMk id="4" creationId="{FF3A382C-977D-D986-81D7-AA5412984AC0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6:59.229" v="20" actId="478"/>
        <pc:sldMkLst>
          <pc:docMk/>
          <pc:sldMk cId="917710716" sldId="367"/>
        </pc:sldMkLst>
        <pc:spChg chg="del">
          <ac:chgData name="Marie-Christine Bélanger" userId="f1dd5d44-ee01-445f-a375-8cecd9999c25" providerId="ADAL" clId="{71ED229A-DC70-46A6-9226-54435465770D}" dt="2025-11-20T20:26:59.229" v="20" actId="478"/>
          <ac:spMkLst>
            <pc:docMk/>
            <pc:sldMk cId="917710716" sldId="367"/>
            <ac:spMk id="4" creationId="{182C44AB-011C-E568-B98F-8A8754F9BD5A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7:23.788" v="28" actId="478"/>
        <pc:sldMkLst>
          <pc:docMk/>
          <pc:sldMk cId="2915249653" sldId="368"/>
        </pc:sldMkLst>
        <pc:spChg chg="del">
          <ac:chgData name="Marie-Christine Bélanger" userId="f1dd5d44-ee01-445f-a375-8cecd9999c25" providerId="ADAL" clId="{71ED229A-DC70-46A6-9226-54435465770D}" dt="2025-11-20T20:27:23.788" v="28" actId="478"/>
          <ac:spMkLst>
            <pc:docMk/>
            <pc:sldMk cId="2915249653" sldId="368"/>
            <ac:spMk id="4" creationId="{D863A761-CE06-2227-CA23-368D7A8C6FD6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7:35.627" v="32" actId="478"/>
        <pc:sldMkLst>
          <pc:docMk/>
          <pc:sldMk cId="4136748212" sldId="369"/>
        </pc:sldMkLst>
        <pc:spChg chg="del">
          <ac:chgData name="Marie-Christine Bélanger" userId="f1dd5d44-ee01-445f-a375-8cecd9999c25" providerId="ADAL" clId="{71ED229A-DC70-46A6-9226-54435465770D}" dt="2025-11-20T20:27:35.627" v="32" actId="478"/>
          <ac:spMkLst>
            <pc:docMk/>
            <pc:sldMk cId="4136748212" sldId="369"/>
            <ac:spMk id="5" creationId="{B4DFFBE9-A3CC-C88C-6090-2AC1DDB6B6F7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7:02.425" v="21" actId="478"/>
        <pc:sldMkLst>
          <pc:docMk/>
          <pc:sldMk cId="4031721740" sldId="370"/>
        </pc:sldMkLst>
        <pc:spChg chg="del">
          <ac:chgData name="Marie-Christine Bélanger" userId="f1dd5d44-ee01-445f-a375-8cecd9999c25" providerId="ADAL" clId="{71ED229A-DC70-46A6-9226-54435465770D}" dt="2025-11-20T20:27:02.425" v="21" actId="478"/>
          <ac:spMkLst>
            <pc:docMk/>
            <pc:sldMk cId="4031721740" sldId="370"/>
            <ac:spMk id="4" creationId="{95BA7B45-A540-CED8-F759-627927DD8646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7:10.246" v="23" actId="478"/>
        <pc:sldMkLst>
          <pc:docMk/>
          <pc:sldMk cId="1888422287" sldId="371"/>
        </pc:sldMkLst>
        <pc:spChg chg="del">
          <ac:chgData name="Marie-Christine Bélanger" userId="f1dd5d44-ee01-445f-a375-8cecd9999c25" providerId="ADAL" clId="{71ED229A-DC70-46A6-9226-54435465770D}" dt="2025-11-20T20:27:10.246" v="23" actId="478"/>
          <ac:spMkLst>
            <pc:docMk/>
            <pc:sldMk cId="1888422287" sldId="371"/>
            <ac:spMk id="4" creationId="{1316307A-7051-8A1D-D784-F2321545DEF0}"/>
          </ac:spMkLst>
        </pc:spChg>
      </pc:sldChg>
      <pc:sldChg chg="delSp mod">
        <pc:chgData name="Marie-Christine Bélanger" userId="f1dd5d44-ee01-445f-a375-8cecd9999c25" providerId="ADAL" clId="{71ED229A-DC70-46A6-9226-54435465770D}" dt="2025-11-20T20:27:12.909" v="24" actId="478"/>
        <pc:sldMkLst>
          <pc:docMk/>
          <pc:sldMk cId="2802897863" sldId="372"/>
        </pc:sldMkLst>
        <pc:spChg chg="del">
          <ac:chgData name="Marie-Christine Bélanger" userId="f1dd5d44-ee01-445f-a375-8cecd9999c25" providerId="ADAL" clId="{71ED229A-DC70-46A6-9226-54435465770D}" dt="2025-11-20T20:27:12.909" v="24" actId="478"/>
          <ac:spMkLst>
            <pc:docMk/>
            <pc:sldMk cId="2802897863" sldId="372"/>
            <ac:spMk id="4" creationId="{04058A7F-C9F9-DF43-145A-E0E8A717648C}"/>
          </ac:spMkLst>
        </pc:spChg>
      </pc:sldChg>
      <pc:sldChg chg="delSp mod modAnim">
        <pc:chgData name="Marie-Christine Bélanger" userId="f1dd5d44-ee01-445f-a375-8cecd9999c25" providerId="ADAL" clId="{71ED229A-DC70-46A6-9226-54435465770D}" dt="2025-11-21T16:54:57.385" v="41"/>
        <pc:sldMkLst>
          <pc:docMk/>
          <pc:sldMk cId="1755360628" sldId="373"/>
        </pc:sldMkLst>
        <pc:spChg chg="del">
          <ac:chgData name="Marie-Christine Bélanger" userId="f1dd5d44-ee01-445f-a375-8cecd9999c25" providerId="ADAL" clId="{71ED229A-DC70-46A6-9226-54435465770D}" dt="2025-11-20T20:27:20.704" v="27" actId="478"/>
          <ac:spMkLst>
            <pc:docMk/>
            <pc:sldMk cId="1755360628" sldId="373"/>
            <ac:spMk id="4" creationId="{95BE936B-DD42-95C4-57F1-10FFC4045334}"/>
          </ac:spMkLst>
        </pc:spChg>
      </pc:sldChg>
      <pc:sldChg chg="delSp modSp mod">
        <pc:chgData name="Marie-Christine Bélanger" userId="f1dd5d44-ee01-445f-a375-8cecd9999c25" providerId="ADAL" clId="{71ED229A-DC70-46A6-9226-54435465770D}" dt="2025-11-21T16:52:58.406" v="36" actId="6549"/>
        <pc:sldMkLst>
          <pc:docMk/>
          <pc:sldMk cId="4257633594" sldId="374"/>
        </pc:sldMkLst>
        <pc:spChg chg="del">
          <ac:chgData name="Marie-Christine Bélanger" userId="f1dd5d44-ee01-445f-a375-8cecd9999c25" providerId="ADAL" clId="{71ED229A-DC70-46A6-9226-54435465770D}" dt="2025-11-20T20:27:07.816" v="22" actId="478"/>
          <ac:spMkLst>
            <pc:docMk/>
            <pc:sldMk cId="4257633594" sldId="374"/>
            <ac:spMk id="4" creationId="{DB6CEA4E-7A9F-8291-D26E-CF73BB940838}"/>
          </ac:spMkLst>
        </pc:spChg>
        <pc:spChg chg="mod">
          <ac:chgData name="Marie-Christine Bélanger" userId="f1dd5d44-ee01-445f-a375-8cecd9999c25" providerId="ADAL" clId="{71ED229A-DC70-46A6-9226-54435465770D}" dt="2025-11-21T16:52:58.406" v="36" actId="6549"/>
          <ac:spMkLst>
            <pc:docMk/>
            <pc:sldMk cId="4257633594" sldId="374"/>
            <ac:spMk id="9" creationId="{0ED92A65-0C8F-09F7-B8A7-14CD23A24294}"/>
          </ac:spMkLst>
        </pc:spChg>
      </pc:sldChg>
      <pc:sldChg chg="delSp modSp mod">
        <pc:chgData name="Marie-Christine Bélanger" userId="f1dd5d44-ee01-445f-a375-8cecd9999c25" providerId="ADAL" clId="{71ED229A-DC70-46A6-9226-54435465770D}" dt="2025-11-20T20:27:17.670" v="26" actId="478"/>
        <pc:sldMkLst>
          <pc:docMk/>
          <pc:sldMk cId="3153474422" sldId="375"/>
        </pc:sldMkLst>
        <pc:spChg chg="del mod">
          <ac:chgData name="Marie-Christine Bélanger" userId="f1dd5d44-ee01-445f-a375-8cecd9999c25" providerId="ADAL" clId="{71ED229A-DC70-46A6-9226-54435465770D}" dt="2025-11-20T20:27:17.670" v="26" actId="478"/>
          <ac:spMkLst>
            <pc:docMk/>
            <pc:sldMk cId="3153474422" sldId="375"/>
            <ac:spMk id="4" creationId="{2E2CA797-6B12-9C26-99B8-BC6CDD1B9F0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5D768E6-68C5-D452-BB31-51E88B591E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EAD32E-69B1-4ACE-A5FD-5812A75C06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27F49-4C2E-48EC-82B7-1EC53A73B0EC}" type="datetimeFigureOut">
              <a:rPr lang="fr-CA" smtClean="0"/>
              <a:t>2025-11-21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253B53-1780-D067-27F0-437ADF36D3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2C5CDB-2DFF-BB16-5683-18577F14CE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0412F-37CD-4BD1-80D1-2CF501F3E5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31655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2598D-DA9F-4296-8DBC-D0781174FAB2}" type="datetimeFigureOut">
              <a:rPr lang="fr-CA" smtClean="0"/>
              <a:t>2025-11-21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5804C-380C-46CF-A703-1495D747273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3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https://www.10doigts.fr/masque-blanc-a-decorer-taille-enfant-ou-adulte-au-choix-gp8791.aspx (2023-11-13)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5804C-380C-46CF-A703-1495D7472737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2366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https://alistapart.com/article/designing-safer-web-animation-for-motion-sensitivity/ (2023-11-13)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5804C-380C-46CF-A703-1495D7472737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5804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5804C-380C-46CF-A703-1495D7472737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04966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5">
            <a:extLst>
              <a:ext uri="{FF2B5EF4-FFF2-40B4-BE49-F238E27FC236}">
                <a16:creationId xmlns:a16="http://schemas.microsoft.com/office/drawing/2014/main" id="{E19DAF5E-AAB2-0964-3DA8-35E105736CD2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B8E693DF-3A26-0611-B198-8512C7A3AB61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B7492A-D672-7A4D-64E0-D1DBC304F49A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2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57111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5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468030"/>
            <a:ext cx="7891272" cy="99093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72F7-8DF2-4040-9EBB-DF99BD7C1F2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13" name="Image 12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BFB79C64-B64E-92FE-45AE-59ABE7F8EF3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5984"/>
          <a:stretch/>
        </p:blipFill>
        <p:spPr>
          <a:xfrm>
            <a:off x="8497124" y="2961718"/>
            <a:ext cx="2232995" cy="1113206"/>
          </a:xfrm>
          <a:prstGeom prst="rect">
            <a:avLst/>
          </a:prstGeom>
        </p:spPr>
      </p:pic>
      <p:pic>
        <p:nvPicPr>
          <p:cNvPr id="15" name="Image 14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BED793FA-8DD3-5429-AC7E-2D5EBB988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5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5">
            <a:extLst>
              <a:ext uri="{FF2B5EF4-FFF2-40B4-BE49-F238E27FC236}">
                <a16:creationId xmlns:a16="http://schemas.microsoft.com/office/drawing/2014/main" id="{E19DAF5E-AAB2-0964-3DA8-35E105736CD2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B8E693DF-3A26-0611-B198-8512C7A3AB61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B7492A-D672-7A4D-64E0-D1DBC304F49A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2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57111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5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468030"/>
            <a:ext cx="7891272" cy="99093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72F7-8DF2-4040-9EBB-DF99BD7C1F2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13" name="Image 12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BFB79C64-B64E-92FE-45AE-59ABE7F8EF3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5984"/>
          <a:stretch/>
        </p:blipFill>
        <p:spPr>
          <a:xfrm>
            <a:off x="8497124" y="2961718"/>
            <a:ext cx="2232995" cy="1113206"/>
          </a:xfrm>
          <a:prstGeom prst="rect">
            <a:avLst/>
          </a:prstGeom>
        </p:spPr>
      </p:pic>
      <p:pic>
        <p:nvPicPr>
          <p:cNvPr id="15" name="Image 14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BED793FA-8DD3-5429-AC7E-2D5EBB988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98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1268082"/>
            <a:ext cx="11683789" cy="4904117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835ED-4DC2-4537-8788-18BAE45581A7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4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98210"/>
            <a:ext cx="6819565" cy="988645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5DFDC20-BD83-4DBE-BF12-E02F7538FEBB}" type="datetime1">
              <a:rPr lang="en-US" smtClean="0"/>
              <a:t>11/21/2025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D8DAE4A-0E2A-8F00-271B-AF116512FE5E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52710EB3-B158-B707-09DC-10D745FF2F7A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3DEF09-FE87-E26A-6F8D-0BED760E793C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6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pic>
        <p:nvPicPr>
          <p:cNvPr id="19" name="Image 18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C489B5D8-4DDA-5174-FC5B-CC6B6DE6E4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8119"/>
          <a:stretch/>
        </p:blipFill>
        <p:spPr>
          <a:xfrm>
            <a:off x="9004981" y="5063086"/>
            <a:ext cx="2232995" cy="1064602"/>
          </a:xfrm>
          <a:prstGeom prst="rect">
            <a:avLst/>
          </a:prstGeom>
        </p:spPr>
      </p:pic>
      <p:pic>
        <p:nvPicPr>
          <p:cNvPr id="20" name="Image 19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4813944F-6589-2EFC-65D3-F8E24FA68F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6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19" y="1273776"/>
            <a:ext cx="5641675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73776"/>
            <a:ext cx="5855208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56ABB-DBC2-407E-9E60-CA34183C84D7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7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2431" y="293298"/>
            <a:ext cx="9328778" cy="879894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19" y="293298"/>
            <a:ext cx="2234241" cy="587890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2430" y="1273776"/>
            <a:ext cx="9328778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E2F4-9DA3-49C5-B13D-E86185AD6415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0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8" y="1290684"/>
            <a:ext cx="5676182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793" y="2027037"/>
            <a:ext cx="5702807" cy="414947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9313" y="1290684"/>
            <a:ext cx="5841895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9313" y="2027035"/>
            <a:ext cx="5841894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4ECF-9595-47B8-832F-6618D012E00F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8" y="1290684"/>
            <a:ext cx="3796740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793" y="2027037"/>
            <a:ext cx="3814549" cy="414947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76230" y="1290684"/>
            <a:ext cx="3814550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6229" y="2027035"/>
            <a:ext cx="3814549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82-0BBF-42BB-949A-8E347BEA2B3D}" type="datetime1">
              <a:rPr lang="en-US" smtClean="0"/>
              <a:t>11/21/2025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D52A6A3-9B40-AE61-D017-9A78C89F93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02852" y="1280075"/>
            <a:ext cx="3814550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A5D3538-3511-DD00-86D1-36A1689D5C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2851" y="2016426"/>
            <a:ext cx="3814549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66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9896-CAB9-466E-B03C-04493A9FD993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2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8CBB-B66A-40C7-9D4B-E60CE6765C59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345058"/>
            <a:ext cx="3200400" cy="1138686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345057"/>
            <a:ext cx="7840262" cy="588462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1526847"/>
            <a:ext cx="3200400" cy="41881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44F1-2DCC-480A-B736-C27FA6064243}" type="datetime1">
              <a:rPr lang="en-US" smtClean="0"/>
              <a:t>11/21/2025</a:t>
            </a:fld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41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220092"/>
            <a:ext cx="3200400" cy="106007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1323265"/>
            <a:ext cx="3200400" cy="485744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49640" y="6272784"/>
            <a:ext cx="2688336" cy="365125"/>
          </a:xfrm>
        </p:spPr>
        <p:txBody>
          <a:bodyPr/>
          <a:lstStyle/>
          <a:p>
            <a:fld id="{269667BB-ECAA-405C-90B5-45C0A07C4545}" type="datetime1">
              <a:rPr lang="en-US" smtClean="0"/>
              <a:t>11/21/2025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34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AB1A-AF2D-4683-A4BF-8D2EAE43B8F0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50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2686" y="220091"/>
            <a:ext cx="1668521" cy="5952109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419" y="220091"/>
            <a:ext cx="10015267" cy="5952109"/>
          </a:xfrm>
        </p:spPr>
        <p:txBody>
          <a:bodyPr vert="eaVert"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D23F-7979-4092-9F93-8E883F6F3867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71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ison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8" y="1290684"/>
            <a:ext cx="3796740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793" y="2027037"/>
            <a:ext cx="3814549" cy="414947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76230" y="1290684"/>
            <a:ext cx="3814550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6229" y="2027035"/>
            <a:ext cx="3814549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B3A4-FE61-4B91-B236-A218AB3F66C4}" type="datetime1">
              <a:rPr lang="en-US" smtClean="0"/>
              <a:t>11/21/2025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D52A6A3-9B40-AE61-D017-9A78C89F93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02852" y="1280075"/>
            <a:ext cx="3814550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A5D3538-3511-DD00-86D1-36A1689D5C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2851" y="2016426"/>
            <a:ext cx="3814549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87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793" y="1280075"/>
            <a:ext cx="3814549" cy="4896436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6229" y="1280075"/>
            <a:ext cx="3814549" cy="489643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610F8-00B7-42AD-8C3B-67F55A770746}" type="datetime1">
              <a:rPr lang="en-US" smtClean="0"/>
              <a:t>11/21/2025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A5D3538-3511-DD00-86D1-36A1689D5C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2851" y="1280076"/>
            <a:ext cx="3814549" cy="4885826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605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9187" y="1124701"/>
            <a:ext cx="6991493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8683" y="3648315"/>
            <a:ext cx="6990437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35AE7F-5FCD-45FD-B2CE-874DC115CE53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6699919-06BB-7C04-BD2C-1625A4E698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1320" y="1482622"/>
            <a:ext cx="2719387" cy="2532491"/>
          </a:xfrm>
        </p:spPr>
        <p:txBody>
          <a:bodyPr/>
          <a:lstStyle/>
          <a:p>
            <a:r>
              <a:rPr lang="fr-CA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129318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xercice"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9B72EE-6D1B-5CCB-0BCF-4BB0ECFE4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97698"/>
            <a:ext cx="8610600" cy="5215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A4D887-C5F0-E867-E499-327148D7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809E-40A0-4624-9B6C-3799AAD21859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6AB5A0-7087-4E0A-3C30-D1E87726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14325"/>
            <a:ext cx="274320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9ADFE1-E83A-3632-1695-4B751DFB6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799" y="1352550"/>
            <a:ext cx="10925175" cy="48661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40132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9187" y="1124701"/>
            <a:ext cx="6991493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8683" y="3648315"/>
            <a:ext cx="6990437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58708C6-49A5-428B-BCDC-C9F3E2B6F614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6699919-06BB-7C04-BD2C-1625A4E698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1320" y="1482622"/>
            <a:ext cx="2719387" cy="2532491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9520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419" y="293298"/>
            <a:ext cx="11683789" cy="879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9" y="1285336"/>
            <a:ext cx="11683789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C4E130-6883-476B-BAD4-C0BC20348738}" type="datetime1">
              <a:rPr lang="en-US" smtClean="0"/>
              <a:t>11/21/2025</a:t>
            </a:fld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1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2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3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808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788" r:id="rId1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 cap="all" baseline="0">
          <a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hyperlink" Target="http://www.slideshare.net/PeterYaworski/hackfest-presentationpptx" TargetMode="External"/><Relationship Id="rId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killsyouneed.com/present/presentation-tips.html" TargetMode="External"/><Relationship Id="rId3" Type="http://schemas.openxmlformats.org/officeDocument/2006/relationships/tags" Target="../tags/tag27.xml"/><Relationship Id="rId7" Type="http://schemas.openxmlformats.org/officeDocument/2006/relationships/hyperlink" Target="http://www.skillsyouneed.com/present/prepare-presentation.html" TargetMode="Externa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hyperlink" Target="http://www.garrreynolds.com/preso-tips/design/" TargetMode="External"/><Relationship Id="rId5" Type="http://schemas.openxmlformats.org/officeDocument/2006/relationships/hyperlink" Target="http://www.brightdevelopers.com/tips-for-making-an-effective-presentation" TargetMode="External"/><Relationship Id="rId4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2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tags" Target="../tags/tag46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image" Target="../media/image15.png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notesSlide" Target="../notesSlides/notesSlide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PVm3KkW6qjA&amp;list=PL7dWCSr88NFTYThb2W9lvMVJgGdga1xWh&amp;index=9" TargetMode="External"/><Relationship Id="rId3" Type="http://schemas.openxmlformats.org/officeDocument/2006/relationships/tags" Target="../tags/tag83.xml"/><Relationship Id="rId7" Type="http://schemas.openxmlformats.org/officeDocument/2006/relationships/image" Target="../media/image17.jpeg"/><Relationship Id="rId2" Type="http://schemas.openxmlformats.org/officeDocument/2006/relationships/video" Target="https://www.youtube.com/embed/PVm3KkW6qjA?list=PL7dWCSr88NFTYThb2W9lvMVJgGdga1xWh" TargetMode="External"/><Relationship Id="rId1" Type="http://schemas.openxmlformats.org/officeDocument/2006/relationships/tags" Target="../tags/tag8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3D5859E-B40B-5B6B-1B9C-B6170AC0B3BB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1560" y="1432223"/>
            <a:ext cx="9966960" cy="2857111"/>
          </a:xfrm>
          <a:effectLst>
            <a:glow rad="127000">
              <a:schemeClr val="bg1"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fr-CA"/>
              <a:t>Initiation à la profession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1B0E8A0D-7B64-F280-A920-BC0698FB0B37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69848" y="4468030"/>
            <a:ext cx="7891272" cy="990937"/>
          </a:xfrm>
        </p:spPr>
        <p:txBody>
          <a:bodyPr>
            <a:normAutofit/>
          </a:bodyPr>
          <a:lstStyle/>
          <a:p>
            <a:r>
              <a:rPr lang="fr-CA" dirty="0"/>
              <a:t>420-OQ4-SW</a:t>
            </a:r>
          </a:p>
          <a:p>
            <a:r>
              <a:rPr lang="fr-CA" b="1" dirty="0"/>
              <a:t>Logiciel de présentation (PowerPoint)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7914260-99A0-EB1F-7675-FB80EAC133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5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7"/>
    </mc:Choice>
    <mc:Fallback xmlns="">
      <p:transition spd="slow" advTm="27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8A88063-090A-6555-F886-C707C334E32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67128" y="1225296"/>
            <a:ext cx="9281160" cy="35204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Préparer une présentation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0945B0-0F5D-ADBC-9B81-8FAFE00CA1D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8899A79-DDA1-4AD5-94B6-A461D986316B}" type="datetime1">
              <a:rPr lang="en-US" smtClean="0"/>
              <a:t>11/21/2025</a:t>
            </a:fld>
            <a:endParaRPr lang="en-US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C34F65C-EF5E-DAEF-F55C-10BF9C46CA0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3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8AA20B-2B27-24ED-5A2C-540A31AE734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Préparer une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E0262C-666E-4920-4573-5199C1E2C5B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CA" dirty="0"/>
              <a:t>Une bonne préparation augmentera votre niveau de confiance et vous serez plus en contrôle de votre sujet.</a:t>
            </a:r>
          </a:p>
          <a:p>
            <a:pPr marL="0" indent="0" algn="just">
              <a:buNone/>
            </a:pPr>
            <a:endParaRPr lang="fr-CA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fr-CA" dirty="0"/>
              <a:t>L’objectif, </a:t>
            </a:r>
            <a:r>
              <a:rPr lang="fr-CA" b="1" dirty="0"/>
              <a:t>pourquoi</a:t>
            </a:r>
            <a:r>
              <a:rPr lang="fr-CA" dirty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CA" dirty="0"/>
              <a:t>Le sujet, </a:t>
            </a:r>
            <a:r>
              <a:rPr lang="fr-CA" b="1" dirty="0"/>
              <a:t>quoi</a:t>
            </a:r>
            <a:r>
              <a:rPr lang="fr-CA" dirty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CA" dirty="0"/>
              <a:t>Le public visé, </a:t>
            </a:r>
            <a:r>
              <a:rPr lang="fr-CA" b="1" dirty="0"/>
              <a:t>qui</a:t>
            </a:r>
            <a:r>
              <a:rPr lang="fr-CA" dirty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CA" dirty="0"/>
              <a:t>L’environnement, </a:t>
            </a:r>
            <a:r>
              <a:rPr lang="fr-CA" b="1" dirty="0"/>
              <a:t>où</a:t>
            </a:r>
            <a:r>
              <a:rPr lang="fr-CA" dirty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CA" dirty="0"/>
              <a:t>La </a:t>
            </a:r>
            <a:r>
              <a:rPr lang="fr-CA" b="1" dirty="0"/>
              <a:t>durée</a:t>
            </a:r>
          </a:p>
          <a:p>
            <a:endParaRPr lang="fr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9F1281-DEB5-671E-1D85-06FCC9B2CCF5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783" y="2832944"/>
            <a:ext cx="27813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420E85-532A-5F6D-6C91-0E2FCDB501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0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EEA0BF-3213-6295-8B8E-60A1368715D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Faire une bonne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0626F6-48CE-9D01-610B-853BBDDD930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7419" y="1268082"/>
            <a:ext cx="11683789" cy="4904117"/>
          </a:xfrm>
        </p:spPr>
        <p:txBody>
          <a:bodyPr/>
          <a:lstStyle/>
          <a:p>
            <a:r>
              <a:rPr lang="fr-CA" dirty="0"/>
              <a:t>Exprimer votre intérêt pour le sujet</a:t>
            </a:r>
          </a:p>
          <a:p>
            <a:r>
              <a:rPr lang="fr-CA" b="1" dirty="0">
                <a:solidFill>
                  <a:srgbClr val="FF0000"/>
                </a:solidFill>
              </a:rPr>
              <a:t>KISS: </a:t>
            </a:r>
          </a:p>
          <a:p>
            <a:pPr lvl="1"/>
            <a:r>
              <a:rPr lang="fr-CA" b="1" dirty="0" err="1">
                <a:solidFill>
                  <a:srgbClr val="FF0000"/>
                </a:solidFill>
              </a:rPr>
              <a:t>K</a:t>
            </a:r>
            <a:r>
              <a:rPr lang="fr-CA" dirty="0" err="1"/>
              <a:t>eep</a:t>
            </a:r>
            <a:r>
              <a:rPr lang="fr-CA" dirty="0"/>
              <a:t> </a:t>
            </a:r>
            <a:r>
              <a:rPr lang="fr-CA" b="1" dirty="0">
                <a:solidFill>
                  <a:srgbClr val="FF0000"/>
                </a:solidFill>
              </a:rPr>
              <a:t>I</a:t>
            </a:r>
            <a:r>
              <a:rPr lang="fr-CA" dirty="0"/>
              <a:t>t </a:t>
            </a:r>
            <a:r>
              <a:rPr lang="fr-CA" b="1" dirty="0" err="1">
                <a:solidFill>
                  <a:srgbClr val="FF0000"/>
                </a:solidFill>
              </a:rPr>
              <a:t>S</a:t>
            </a:r>
            <a:r>
              <a:rPr lang="fr-CA" dirty="0" err="1"/>
              <a:t>tupid</a:t>
            </a:r>
            <a:r>
              <a:rPr lang="fr-CA" dirty="0"/>
              <a:t>-</a:t>
            </a:r>
            <a:r>
              <a:rPr lang="fr-CA" b="1" dirty="0">
                <a:solidFill>
                  <a:srgbClr val="FF0000"/>
                </a:solidFill>
              </a:rPr>
              <a:t>S</a:t>
            </a:r>
            <a:r>
              <a:rPr lang="fr-CA" dirty="0"/>
              <a:t>imple:</a:t>
            </a:r>
          </a:p>
          <a:p>
            <a:pPr lvl="1"/>
            <a:r>
              <a:rPr lang="fr-CA" dirty="0"/>
              <a:t>langage, matériel de support, message</a:t>
            </a:r>
          </a:p>
          <a:p>
            <a:r>
              <a:rPr lang="fr-CA" dirty="0"/>
              <a:t>Présence: Sourire, Contact visuel</a:t>
            </a:r>
          </a:p>
          <a:p>
            <a:r>
              <a:rPr lang="fr-CA" dirty="0"/>
              <a:t>Développer une histoire/progression</a:t>
            </a:r>
          </a:p>
          <a:p>
            <a:r>
              <a:rPr lang="fr-CA" dirty="0"/>
              <a:t>Utiliser sa voix et gestuelle judicieusement</a:t>
            </a:r>
            <a:br>
              <a:rPr lang="fr-CA" dirty="0"/>
            </a:br>
            <a:br>
              <a:rPr lang="fr-CA" dirty="0"/>
            </a:br>
            <a:endParaRPr lang="fr-CA" dirty="0"/>
          </a:p>
          <a:p>
            <a:r>
              <a:rPr lang="fr-CA" dirty="0"/>
              <a:t>Amusez-vous!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618EE6-D490-2536-7766-311E30EFF0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311128" y="6272784"/>
            <a:ext cx="64008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7F84B3D-0FA7-D462-44F0-69DFFA564AF6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722" y="2904179"/>
            <a:ext cx="4042681" cy="338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2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C81FF2-BD8F-79D8-711E-ECCC69B64DA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Matériel de support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1A59D-98A2-2DB5-D335-41D7885AA36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7419" y="1268082"/>
            <a:ext cx="11683789" cy="4904117"/>
          </a:xfrm>
        </p:spPr>
        <p:txBody>
          <a:bodyPr/>
          <a:lstStyle/>
          <a:p>
            <a:r>
              <a:rPr lang="fr-CA" dirty="0"/>
              <a:t>Le support de présentation permet au public de mieux suivre vos idées, mais également de vous situer dans votre présentation</a:t>
            </a:r>
          </a:p>
          <a:p>
            <a:endParaRPr lang="fr-CA" dirty="0"/>
          </a:p>
          <a:p>
            <a:r>
              <a:rPr lang="fr-CA" dirty="0"/>
              <a:t>Annoncer le titre de votre présentation</a:t>
            </a:r>
          </a:p>
          <a:p>
            <a:r>
              <a:rPr lang="fr-CA" dirty="0"/>
              <a:t>Se présenter</a:t>
            </a:r>
          </a:p>
          <a:p>
            <a:r>
              <a:rPr lang="fr-CA" dirty="0"/>
              <a:t>Plan de la présentation</a:t>
            </a:r>
          </a:p>
          <a:p>
            <a:r>
              <a:rPr lang="fr-CA" dirty="0"/>
              <a:t>Introduction</a:t>
            </a:r>
          </a:p>
          <a:p>
            <a:r>
              <a:rPr lang="fr-CA" dirty="0"/>
              <a:t>Contenu</a:t>
            </a:r>
          </a:p>
          <a:p>
            <a:r>
              <a:rPr lang="fr-CA" dirty="0"/>
              <a:t>Conclusion: Résumez votre sujet, proposez une réflexion</a:t>
            </a:r>
          </a:p>
          <a:p>
            <a:r>
              <a:rPr lang="fr-CA" dirty="0"/>
              <a:t>Période de questions</a:t>
            </a:r>
          </a:p>
          <a:p>
            <a:r>
              <a:rPr lang="fr-CA" dirty="0"/>
              <a:t>Sources, si nécessaire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8AB56-6D3E-17DA-F7B4-3EC0D44CF5D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311128" y="6272784"/>
            <a:ext cx="64008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1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C25D0-593F-5D07-60A7-98719791544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Mise en forme du support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7A44BE-F00C-3F2E-5921-ACA743E50B1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7419" y="1268082"/>
            <a:ext cx="11683789" cy="4904117"/>
          </a:xfrm>
        </p:spPr>
        <p:txBody>
          <a:bodyPr/>
          <a:lstStyle/>
          <a:p>
            <a:r>
              <a:rPr lang="fr-CA" dirty="0"/>
              <a:t>Limiter la quantité de texte sur les diapositives</a:t>
            </a:r>
          </a:p>
          <a:p>
            <a:r>
              <a:rPr lang="fr-CA" dirty="0"/>
              <a:t>Amener 1 point par diapositive</a:t>
            </a:r>
          </a:p>
          <a:p>
            <a:r>
              <a:rPr lang="fr-CA" dirty="0"/>
              <a:t>La présentation doit vous appuyer et non vous remplacer</a:t>
            </a:r>
          </a:p>
          <a:p>
            <a:r>
              <a:rPr lang="fr-CA" dirty="0"/>
              <a:t>Exploiter judicieusement les couleurs pour mettre en valeur votre contenu</a:t>
            </a:r>
          </a:p>
          <a:p>
            <a:pPr lvl="1"/>
            <a:r>
              <a:rPr lang="fr-CA" dirty="0"/>
              <a:t>Arrière-plan foncé -&gt; salle sombre, Arrière-plan pâle -&gt; salle éclairée</a:t>
            </a:r>
          </a:p>
          <a:p>
            <a:r>
              <a:rPr lang="fr-CA" dirty="0"/>
              <a:t>Utiliser des images et des schémas pour appuyer vos propos</a:t>
            </a:r>
          </a:p>
          <a:p>
            <a:endParaRPr lang="fr-CA" dirty="0"/>
          </a:p>
          <a:p>
            <a:r>
              <a:rPr lang="fr-CA" dirty="0"/>
              <a:t>Exemple: </a:t>
            </a:r>
            <a:r>
              <a:rPr lang="fr-CA" dirty="0">
                <a:hlinkClick r:id="rId5"/>
              </a:rPr>
              <a:t>Peter </a:t>
            </a:r>
            <a:r>
              <a:rPr lang="fr-CA" dirty="0" err="1">
                <a:hlinkClick r:id="rId5"/>
              </a:rPr>
              <a:t>Yaworski</a:t>
            </a:r>
            <a:r>
              <a:rPr lang="fr-CA" dirty="0">
                <a:hlinkClick r:id="rId5"/>
              </a:rPr>
              <a:t> - </a:t>
            </a:r>
            <a:r>
              <a:rPr lang="fr-CA" dirty="0" err="1">
                <a:hlinkClick r:id="rId5"/>
              </a:rPr>
              <a:t>Hackfest</a:t>
            </a:r>
            <a:r>
              <a:rPr lang="fr-CA" dirty="0">
                <a:hlinkClick r:id="rId5"/>
              </a:rPr>
              <a:t> </a:t>
            </a:r>
            <a:endParaRPr lang="fr-CA" dirty="0"/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2C0223-DAB1-0D89-FF80-B9D4B6E307C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311128" y="6272784"/>
            <a:ext cx="64008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7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A23D1-855A-2B98-CDF1-0C1CC9BC534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En résumé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191DB2-D83C-0EE1-C24B-E155CB8487D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7419" y="1268082"/>
            <a:ext cx="11683789" cy="4904117"/>
          </a:xfrm>
        </p:spPr>
        <p:txBody>
          <a:bodyPr>
            <a:normAutofit/>
          </a:bodyPr>
          <a:lstStyle/>
          <a:p>
            <a:r>
              <a:rPr lang="fr-CA" dirty="0"/>
              <a:t>Bon matériel de support + Présentateur prêt = Présentation de qualité!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0EC6E6-2B22-EC2A-6336-A1BB84B51FE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311128" y="6272784"/>
            <a:ext cx="64008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EEA96E3-0892-71D7-B96B-3D170608A46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90" y="1952590"/>
            <a:ext cx="11304820" cy="371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39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3F0668-ABC9-7253-702A-8093BB96E30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Ressources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5A1AE-594D-5E6F-E27F-977BE11930A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7419" y="1268082"/>
            <a:ext cx="11683789" cy="4904117"/>
          </a:xfrm>
        </p:spPr>
        <p:txBody>
          <a:bodyPr/>
          <a:lstStyle/>
          <a:p>
            <a:r>
              <a:rPr lang="fr-CA" dirty="0">
                <a:hlinkClick r:id="rId5"/>
              </a:rPr>
              <a:t>http://www.brightdevelopers.com/tips-for-making-an-effective-presentation</a:t>
            </a:r>
            <a:endParaRPr lang="fr-CA" dirty="0"/>
          </a:p>
          <a:p>
            <a:endParaRPr lang="fr-CA" dirty="0">
              <a:hlinkClick r:id="rId6"/>
            </a:endParaRPr>
          </a:p>
          <a:p>
            <a:r>
              <a:rPr lang="fr-CA" dirty="0">
                <a:hlinkClick r:id="rId6"/>
              </a:rPr>
              <a:t>http://www.garrreynolds.com/preso-tips/design/</a:t>
            </a:r>
            <a:endParaRPr lang="fr-CA" dirty="0"/>
          </a:p>
          <a:p>
            <a:endParaRPr lang="fr-CA" dirty="0">
              <a:hlinkClick r:id="rId7"/>
            </a:endParaRPr>
          </a:p>
          <a:p>
            <a:r>
              <a:rPr lang="fr-CA" dirty="0">
                <a:hlinkClick r:id="rId7"/>
              </a:rPr>
              <a:t>http://www.skillsyouneed.com/present/prepare-presentation.html</a:t>
            </a:r>
            <a:endParaRPr lang="fr-CA" dirty="0"/>
          </a:p>
          <a:p>
            <a:endParaRPr lang="fr-CA" dirty="0">
              <a:hlinkClick r:id="rId8"/>
            </a:endParaRPr>
          </a:p>
          <a:p>
            <a:r>
              <a:rPr lang="fr-CA" dirty="0">
                <a:hlinkClick r:id="rId8"/>
              </a:rPr>
              <a:t>http://www.skillsyouneed.com/present/presentation-tips.html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96995B-5E5D-30C0-7288-C50797C110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311128" y="6272784"/>
            <a:ext cx="64008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60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452EB5C-E361-F783-715B-C9D65BA709F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67128" y="1225296"/>
            <a:ext cx="9281160" cy="35204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Logiciels de présentation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5B83E6-B1D2-90E3-8B6F-958411F1751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28C9972-736B-4712-A429-FD640D08E516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2EBC035-3D3E-3548-70EA-BBD609D775D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43702" y="2506133"/>
            <a:ext cx="1188298" cy="720332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91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2A63B-756E-6E61-06CB-35DCD86C51A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Logiciel de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44302F-79F5-89AB-45FB-05EA7D35D9A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7419" y="1268082"/>
            <a:ext cx="11683789" cy="4904117"/>
          </a:xfrm>
        </p:spPr>
        <p:txBody>
          <a:bodyPr/>
          <a:lstStyle/>
          <a:p>
            <a:r>
              <a:rPr lang="fr-CA" dirty="0"/>
              <a:t>Permets de créer des documents pouvant être affichés sous forme de diapositives</a:t>
            </a:r>
          </a:p>
          <a:p>
            <a:endParaRPr lang="fr-CA" dirty="0"/>
          </a:p>
          <a:p>
            <a:r>
              <a:rPr lang="fr-CA" dirty="0"/>
              <a:t>Mise en page complète de texte, images, objets graphiques, etc.</a:t>
            </a:r>
          </a:p>
          <a:p>
            <a:r>
              <a:rPr lang="fr-CA" dirty="0"/>
              <a:t>Intégrations d’éléments multimédias</a:t>
            </a:r>
          </a:p>
          <a:p>
            <a:r>
              <a:rPr lang="fr-CA" dirty="0"/>
              <a:t>Thèmes visuels et modèles</a:t>
            </a:r>
          </a:p>
          <a:p>
            <a:r>
              <a:rPr lang="fr-CA" dirty="0"/>
              <a:t>Transitions et animations</a:t>
            </a:r>
          </a:p>
          <a:p>
            <a:r>
              <a:rPr lang="fr-CA" dirty="0"/>
              <a:t>Mode présentation</a:t>
            </a:r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E68D6A-3683-C2B5-F3C4-92246239107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1311128" y="6272784"/>
            <a:ext cx="640080" cy="365125"/>
          </a:xfrm>
        </p:spPr>
        <p:txBody>
          <a:bodyPr/>
          <a:lstStyle/>
          <a:p>
            <a:fld id="{F8E28480-1C08-4458-AD97-0283E6FFD09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F4FF1EB-03A8-C6B8-A889-1D01294E83A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829" y="2872851"/>
            <a:ext cx="4352210" cy="290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00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EC5568-4C2D-DAA8-F3FC-5EA84076F2E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Exemples de logiciel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3BA970-623F-C187-F5C8-F45A005AA440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PowerPoint</a:t>
            </a:r>
          </a:p>
          <a:p>
            <a:r>
              <a:rPr lang="fr-CA" dirty="0"/>
              <a:t>Google Slides</a:t>
            </a:r>
          </a:p>
          <a:p>
            <a:r>
              <a:rPr lang="fr-CA" dirty="0"/>
              <a:t>Prezi</a:t>
            </a:r>
          </a:p>
          <a:p>
            <a:r>
              <a:rPr lang="fr-CA" dirty="0" err="1"/>
              <a:t>Canva</a:t>
            </a:r>
            <a:endParaRPr lang="fr-CA" dirty="0"/>
          </a:p>
          <a:p>
            <a:r>
              <a:rPr lang="fr-CA" dirty="0" err="1"/>
              <a:t>Zoho</a:t>
            </a:r>
            <a:r>
              <a:rPr lang="fr-CA" dirty="0"/>
              <a:t> Show</a:t>
            </a:r>
          </a:p>
          <a:p>
            <a:r>
              <a:rPr lang="fr-CA" dirty="0"/>
              <a:t>Keynote</a:t>
            </a:r>
          </a:p>
          <a:p>
            <a:r>
              <a:rPr lang="fr-CA" dirty="0" err="1"/>
              <a:t>Visme</a:t>
            </a:r>
            <a:endParaRPr lang="fr-CA" dirty="0"/>
          </a:p>
          <a:p>
            <a:r>
              <a:rPr lang="fr-CA" dirty="0" err="1"/>
              <a:t>SlideDog</a:t>
            </a:r>
            <a:endParaRPr lang="fr-CA" dirty="0"/>
          </a:p>
          <a:p>
            <a:r>
              <a:rPr lang="fr-CA" dirty="0" err="1"/>
              <a:t>SlideBean</a:t>
            </a:r>
            <a:endParaRPr lang="fr-CA" dirty="0"/>
          </a:p>
          <a:p>
            <a:r>
              <a:rPr lang="fr-CA" dirty="0"/>
              <a:t>…</a:t>
            </a:r>
          </a:p>
          <a:p>
            <a:endParaRPr lang="fr-CA" dirty="0"/>
          </a:p>
          <a:p>
            <a:r>
              <a:rPr lang="fr-CA" dirty="0"/>
              <a:t>Type de présentation ? </a:t>
            </a:r>
            <a:r>
              <a:rPr lang="fr-CA" dirty="0" err="1"/>
              <a:t>Figma</a:t>
            </a:r>
            <a:r>
              <a:rPr lang="fr-CA" dirty="0"/>
              <a:t> pour présentation de concept de logiciel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BBEB59-4489-F50D-2B32-C8BD1801C54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94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87B9EF1-CFA5-EFD4-A48B-9626355CE94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Powerpoint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2C2F52E-F1C7-F583-ECB2-ABD9FAADDD93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Logiciel a utilisé pour le projet final /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C6B55-64FB-75C6-8A81-F8AB0A53C85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10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67FE3-EB2D-033B-AA28-BECED60746B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Masques des diapositives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B15A41-B58C-A9D3-8C41-325EE74CF1FA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Affichage </a:t>
            </a:r>
            <a:r>
              <a:rPr lang="fr-CA" dirty="0">
                <a:sym typeface="Wingdings" panose="05000000000000000000" pitchFamily="2" charset="2"/>
              </a:rPr>
              <a:t> Mode Masque  Masque des diapositives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Gère le gabarit du document (Conception  Thème)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/>
              <a:t>Différence entre contenu vs gabarit</a:t>
            </a:r>
          </a:p>
          <a:p>
            <a:endParaRPr lang="fr-CA" dirty="0"/>
          </a:p>
          <a:p>
            <a:r>
              <a:rPr lang="fr-CA" dirty="0"/>
              <a:t>Pourquoi utiliser le masque?</a:t>
            </a:r>
          </a:p>
          <a:p>
            <a:pPr lvl="1"/>
            <a:r>
              <a:rPr lang="fr-CA" dirty="0"/>
              <a:t>Garder un standard pour la position des informations</a:t>
            </a:r>
          </a:p>
          <a:p>
            <a:pPr lvl="1"/>
            <a:r>
              <a:rPr lang="fr-CA" dirty="0"/>
              <a:t>Éviter les répétitions de configuration de taille de texte / position d’élément / etc.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60273-ABEC-A7B5-8342-08D06DC7FC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2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C6834F2-B681-B2A2-5A16-838D2E04F4B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Exercice 10.1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ED92A65-0C8F-09F7-B8A7-14CD23A24294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Allez dans le menu de conception et changez le thème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Modifier dans le thème les couleurs par défaut.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Aller dans le masque des diapositives ajouter un nouveau gabarit de diapositive.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Ajouter quelques éléments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Renommer cette nouvelle position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058214-EDA5-2B7A-7108-9095285A96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1F2F73-0FE6-BC9A-3573-08760D47DBA4}"/>
              </a:ext>
            </a:extLst>
          </p:cNvPr>
          <p:cNvSpPr>
            <a:spLocks noGrp="1"/>
          </p:cNvSpPr>
          <p:nvPr>
            <p:ph type="ftr" sz="quarter" idx="4294967295"/>
            <p:custDataLst>
              <p:tags r:id="rId4"/>
            </p:custDataLst>
          </p:nvPr>
        </p:nvSpPr>
        <p:spPr>
          <a:xfrm>
            <a:off x="0" y="6272213"/>
            <a:ext cx="766921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420-0Q4-SW A22</a:t>
            </a:r>
          </a:p>
        </p:txBody>
      </p:sp>
      <p:pic>
        <p:nvPicPr>
          <p:cNvPr id="3076" name="Picture 4" descr="Masque blanc à décorer - Taille enfant ou adulte au choix - Masques - 10  Doigts">
            <a:extLst>
              <a:ext uri="{FF2B5EF4-FFF2-40B4-BE49-F238E27FC236}">
                <a16:creationId xmlns:a16="http://schemas.microsoft.com/office/drawing/2014/main" id="{A5709D92-B551-A28A-3A60-27BDACC8B017}"/>
              </a:ext>
            </a:extLst>
          </p:cNvPr>
          <p:cNvPicPr>
            <a:picLocks noGrp="1" noChangeAspect="1" noChangeArrowheads="1"/>
          </p:cNvPicPr>
          <p:nvPr>
            <p:ph type="pic" idx="1"/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7" r="963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633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95204-8BD3-DE95-14CA-C631534DA20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Traitement de texte et insertion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EBD650-328D-4474-294F-9E8C848B595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Comme Word</a:t>
            </a:r>
          </a:p>
          <a:p>
            <a:endParaRPr lang="fr-CA" dirty="0"/>
          </a:p>
          <a:p>
            <a:r>
              <a:rPr lang="fr-CA" dirty="0"/>
              <a:t>Menu Accueil + Insertion</a:t>
            </a:r>
          </a:p>
          <a:p>
            <a:endParaRPr lang="fr-CA" dirty="0"/>
          </a:p>
          <a:p>
            <a:r>
              <a:rPr lang="fr-CA" dirty="0"/>
              <a:t>Élément libre vs fixe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D87E76-BC26-C42D-1460-B7E9EC91841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22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FAAC1-9F93-6301-F3E8-67187E0E340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Transitions et Animations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8624F2-13F6-B828-261C-D53ACC16502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Transitions vs Animations</a:t>
            </a:r>
          </a:p>
          <a:p>
            <a:endParaRPr lang="fr-CA" dirty="0"/>
          </a:p>
          <a:p>
            <a:r>
              <a:rPr lang="fr-CA" dirty="0"/>
              <a:t>Effets</a:t>
            </a:r>
          </a:p>
          <a:p>
            <a:endParaRPr lang="fr-CA" dirty="0"/>
          </a:p>
          <a:p>
            <a:r>
              <a:rPr lang="fr-CA" dirty="0"/>
              <a:t>Minutage</a:t>
            </a:r>
          </a:p>
          <a:p>
            <a:pPr lvl="1"/>
            <a:r>
              <a:rPr lang="fr-CA" dirty="0"/>
              <a:t>Rapidité de l’effet (Durée)</a:t>
            </a:r>
          </a:p>
          <a:p>
            <a:pPr lvl="1"/>
            <a:r>
              <a:rPr lang="fr-CA" dirty="0"/>
              <a:t>Ajout de son</a:t>
            </a:r>
          </a:p>
          <a:p>
            <a:pPr lvl="1"/>
            <a:r>
              <a:rPr lang="fr-CA" dirty="0"/>
              <a:t>Mode d’activation</a:t>
            </a:r>
          </a:p>
          <a:p>
            <a:pPr lvl="2"/>
            <a:r>
              <a:rPr lang="fr-CA" dirty="0"/>
              <a:t>Manuel</a:t>
            </a:r>
          </a:p>
          <a:p>
            <a:pPr lvl="2"/>
            <a:r>
              <a:rPr lang="fr-CA" dirty="0"/>
              <a:t>Par délai</a:t>
            </a:r>
          </a:p>
          <a:p>
            <a:pPr lvl="2"/>
            <a:endParaRPr lang="fr-CA" dirty="0"/>
          </a:p>
          <a:p>
            <a:r>
              <a:rPr lang="fr-CA" dirty="0"/>
              <a:t>Volet Animation</a:t>
            </a:r>
          </a:p>
          <a:p>
            <a:pPr lvl="1"/>
            <a:r>
              <a:rPr lang="fr-CA" dirty="0"/>
              <a:t>Animations </a:t>
            </a:r>
            <a:r>
              <a:rPr lang="fr-CA" dirty="0">
                <a:sym typeface="Wingdings" panose="05000000000000000000" pitchFamily="2" charset="2"/>
              </a:rPr>
              <a:t> Animation avancée  Volet Animation</a:t>
            </a:r>
            <a:endParaRPr lang="fr-CA" dirty="0"/>
          </a:p>
          <a:p>
            <a:pPr lvl="1"/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354461-E160-580E-31B5-18B8CE6A9A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9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2542A39-C347-2A47-54D6-A62ACF9ED1C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Exercice 10.2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5F138EC-3766-D197-F8C4-6D759EC25901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Créer une nouvelle présentation avec 3 pages contenant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Page 1 : 1 titre et 1 contenu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Page 2 : titre de section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Page 3 : 1 titre et 1 contenu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Remplissez avec de l’information X (</a:t>
            </a:r>
            <a:r>
              <a:rPr lang="fr-CA" dirty="0" err="1"/>
              <a:t>lorem</a:t>
            </a:r>
            <a:r>
              <a:rPr lang="fr-CA" dirty="0"/>
              <a:t> ipsum </a:t>
            </a:r>
            <a:r>
              <a:rPr lang="fr-CA" dirty="0" err="1"/>
              <a:t>generator</a:t>
            </a:r>
            <a:r>
              <a:rPr lang="fr-CA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une transition sur les pages 2 et 3 (2 différentes transitions)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Sur la page 3, ajoutez 3 animations.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Les animations devront dérouler automatiquement.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Les animations doivent être différentes.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Les animations devront se faire l’une après l’autre (pas en même temps).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ED8AE5-388A-3599-6188-9C8F2D3AD0C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098" name="Picture 2" descr="Designing Safer Web Animation For Motion Sensitivity – A List Apart">
            <a:extLst>
              <a:ext uri="{FF2B5EF4-FFF2-40B4-BE49-F238E27FC236}">
                <a16:creationId xmlns:a16="http://schemas.microsoft.com/office/drawing/2014/main" id="{34539412-ABAE-3974-4CE1-609A8DF713D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42" t="-107340" r="-3514" b="-128591"/>
          <a:stretch/>
        </p:blipFill>
        <p:spPr bwMode="auto">
          <a:xfrm>
            <a:off x="74645" y="-74645"/>
            <a:ext cx="83037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47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1B7AA5-6BD7-E53F-B694-806C61FA585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Mode de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367D84-20D2-329D-D423-4449E49D8376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Diaporama ou raccourci bas de page</a:t>
            </a:r>
          </a:p>
          <a:p>
            <a:endParaRPr lang="fr-CA" dirty="0"/>
          </a:p>
          <a:p>
            <a:r>
              <a:rPr lang="fr-CA" dirty="0"/>
              <a:t>Configurations</a:t>
            </a:r>
          </a:p>
          <a:p>
            <a:pPr lvl="1"/>
            <a:r>
              <a:rPr lang="fr-CA" dirty="0"/>
              <a:t>Mode présentateur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257BAA-BE8B-5476-A246-83C7A3A952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A5739605-39D6-E57B-680F-66F3285D7A3E}"/>
              </a:ext>
            </a:extLst>
          </p:cNvPr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096000" y="2076053"/>
            <a:ext cx="5854700" cy="329326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DEDC49E-B889-1076-AE48-EB14A259981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83263" y="4816631"/>
            <a:ext cx="3743332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Crayon et pointeur + autres menus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64EDA0D-B238-6EF4-5FA8-4DCCD35C10C4}"/>
              </a:ext>
            </a:extLst>
          </p:cNvPr>
          <p:cNvCxnSpPr>
            <a:cxnSpLocks/>
            <a:stCxn id="11" idx="3"/>
          </p:cNvCxnSpPr>
          <p:nvPr>
            <p:custDataLst>
              <p:tags r:id="rId6"/>
            </p:custDataLst>
          </p:nvPr>
        </p:nvCxnSpPr>
        <p:spPr>
          <a:xfrm flipV="1">
            <a:off x="5526595" y="4674006"/>
            <a:ext cx="548888" cy="3272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8853261B-8258-F4EF-4F9C-BB32BC8FE73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870580" y="3728502"/>
            <a:ext cx="2513830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Ce que voit le 2</a:t>
            </a:r>
            <a:r>
              <a:rPr lang="fr-CA" baseline="30000" dirty="0"/>
              <a:t>e</a:t>
            </a:r>
            <a:r>
              <a:rPr lang="fr-CA" dirty="0"/>
              <a:t> écran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5913629-8421-13BB-8D51-1861FDC8F983}"/>
              </a:ext>
            </a:extLst>
          </p:cNvPr>
          <p:cNvCxnSpPr>
            <a:cxnSpLocks/>
            <a:stCxn id="17" idx="3"/>
            <a:endCxn id="10" idx="1"/>
          </p:cNvCxnSpPr>
          <p:nvPr>
            <p:custDataLst>
              <p:tags r:id="rId8"/>
            </p:custDataLst>
          </p:nvPr>
        </p:nvCxnSpPr>
        <p:spPr>
          <a:xfrm flipV="1">
            <a:off x="5384410" y="3722687"/>
            <a:ext cx="711590" cy="1904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71ED2E3-051A-3F72-E18D-96F9B646D08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783699" y="1439656"/>
            <a:ext cx="1646605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Page suivante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809A67A-6752-CAEC-F30A-3AFC45E7585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0213303" y="5736193"/>
            <a:ext cx="787395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Notes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A1DEAFD-D765-075B-95FF-1293C961EF43}"/>
              </a:ext>
            </a:extLst>
          </p:cNvPr>
          <p:cNvCxnSpPr>
            <a:cxnSpLocks/>
            <a:stCxn id="21" idx="0"/>
          </p:cNvCxnSpPr>
          <p:nvPr>
            <p:custDataLst>
              <p:tags r:id="rId11"/>
            </p:custDataLst>
          </p:nvPr>
        </p:nvCxnSpPr>
        <p:spPr>
          <a:xfrm flipH="1" flipV="1">
            <a:off x="10501401" y="3913168"/>
            <a:ext cx="105600" cy="18230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2EBB604-7F4A-F938-8F30-793B2E17C73F}"/>
              </a:ext>
            </a:extLst>
          </p:cNvPr>
          <p:cNvCxnSpPr>
            <a:cxnSpLocks/>
            <a:stCxn id="20" idx="2"/>
          </p:cNvCxnSpPr>
          <p:nvPr>
            <p:custDataLst>
              <p:tags r:id="rId12"/>
            </p:custDataLst>
          </p:nvPr>
        </p:nvCxnSpPr>
        <p:spPr>
          <a:xfrm>
            <a:off x="10607002" y="1808988"/>
            <a:ext cx="81305" cy="5241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360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483EEE6-1828-0D26-1DA1-D90FAB4DA08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Enregistrement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AADAA7A-1026-966E-9B35-B178362B5C11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Menu « Enregistrer »</a:t>
            </a:r>
          </a:p>
          <a:p>
            <a:endParaRPr lang="fr-CA" dirty="0"/>
          </a:p>
          <a:p>
            <a:r>
              <a:rPr lang="fr-CA" dirty="0"/>
              <a:t>ATTENTION : N’enregistre par défaut que le PowerPoint</a:t>
            </a:r>
          </a:p>
          <a:p>
            <a:pPr lvl="1"/>
            <a:r>
              <a:rPr lang="fr-CA" dirty="0"/>
              <a:t>Enregistrement d’écran</a:t>
            </a:r>
          </a:p>
          <a:p>
            <a:endParaRPr lang="fr-CA" dirty="0"/>
          </a:p>
          <a:p>
            <a:r>
              <a:rPr lang="fr-CA" dirty="0"/>
              <a:t>Enregistrement par diapositive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E71183-C835-BDD2-115C-4261C6F2246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2241C44B-7DF9-4E6C-97BC-ECF2DC7FD113}"/>
              </a:ext>
            </a:extLst>
          </p:cNvPr>
          <p:cNvPicPr>
            <a:picLocks noGrp="1"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6000" y="1638383"/>
            <a:ext cx="5854700" cy="416860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8BCC6FF-9EA9-D392-8D62-26C8C6D9F3A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917430" y="987924"/>
            <a:ext cx="787395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Notes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FF92B02-12F9-6B7B-81A8-CD7738E566A8}"/>
              </a:ext>
            </a:extLst>
          </p:cNvPr>
          <p:cNvCxnSpPr>
            <a:cxnSpLocks/>
            <a:stCxn id="13" idx="2"/>
          </p:cNvCxnSpPr>
          <p:nvPr>
            <p:custDataLst>
              <p:tags r:id="rId6"/>
            </p:custDataLst>
          </p:nvPr>
        </p:nvCxnSpPr>
        <p:spPr>
          <a:xfrm flipH="1">
            <a:off x="10353368" y="1357256"/>
            <a:ext cx="957760" cy="11794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B35AB464-00DC-95DB-CDB2-CB33077488F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812463" y="618592"/>
            <a:ext cx="3005951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Gestion de l’enregistrement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3E283342-EA8D-4320-41F4-D7DA7EC90B7D}"/>
              </a:ext>
            </a:extLst>
          </p:cNvPr>
          <p:cNvCxnSpPr>
            <a:cxnSpLocks/>
            <a:stCxn id="17" idx="2"/>
          </p:cNvCxnSpPr>
          <p:nvPr>
            <p:custDataLst>
              <p:tags r:id="rId8"/>
            </p:custDataLst>
          </p:nvPr>
        </p:nvCxnSpPr>
        <p:spPr>
          <a:xfrm>
            <a:off x="8315439" y="987924"/>
            <a:ext cx="209129" cy="650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4DD318C8-75B0-52BA-E1AB-C21CDEB4FE3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903143" y="4890708"/>
            <a:ext cx="2736647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Ce qu’enregistre la vidéo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F1841096-587D-F8C0-DBA9-BBE3DE8D681B}"/>
              </a:ext>
            </a:extLst>
          </p:cNvPr>
          <p:cNvCxnSpPr>
            <a:cxnSpLocks/>
            <a:stCxn id="23" idx="3"/>
          </p:cNvCxnSpPr>
          <p:nvPr>
            <p:custDataLst>
              <p:tags r:id="rId10"/>
            </p:custDataLst>
          </p:nvPr>
        </p:nvCxnSpPr>
        <p:spPr>
          <a:xfrm flipV="1">
            <a:off x="5639790" y="4604856"/>
            <a:ext cx="1567255" cy="470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E4B60FC2-BDC0-1507-363C-25794E889A9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088256" y="5541167"/>
            <a:ext cx="2044149" cy="369332"/>
          </a:xfrm>
          <a:prstGeom prst="rect">
            <a:avLst/>
          </a:prstGeom>
          <a:noFill/>
          <a:ln>
            <a:solidFill>
              <a:srgbClr val="E5224E"/>
            </a:solidFill>
          </a:ln>
        </p:spPr>
        <p:txBody>
          <a:bodyPr wrap="none" rtlCol="0">
            <a:spAutoFit/>
          </a:bodyPr>
          <a:lstStyle/>
          <a:p>
            <a:r>
              <a:rPr lang="fr-CA" dirty="0"/>
              <a:t>Dessin et pointeur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0D07CA93-C161-9106-5CF5-E14855881973}"/>
              </a:ext>
            </a:extLst>
          </p:cNvPr>
          <p:cNvCxnSpPr>
            <a:cxnSpLocks/>
            <a:stCxn id="27" idx="3"/>
          </p:cNvCxnSpPr>
          <p:nvPr>
            <p:custDataLst>
              <p:tags r:id="rId12"/>
            </p:custDataLst>
          </p:nvPr>
        </p:nvCxnSpPr>
        <p:spPr>
          <a:xfrm flipV="1">
            <a:off x="5132405" y="5584224"/>
            <a:ext cx="2989040" cy="141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249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CE6B9-A23B-44EF-37BF-1E69776CA53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fr-CA" sz="2800" dirty="0"/>
              <a:t>Introduction à Microsoft PowerPoint</a:t>
            </a:r>
          </a:p>
        </p:txBody>
      </p:sp>
      <p:pic>
        <p:nvPicPr>
          <p:cNvPr id="5" name="Média en ligne 4" title="Microsoft Powerpoint">
            <a:hlinkClick r:id="" action="ppaction://media"/>
            <a:extLst>
              <a:ext uri="{FF2B5EF4-FFF2-40B4-BE49-F238E27FC236}">
                <a16:creationId xmlns:a16="http://schemas.microsoft.com/office/drawing/2014/main" id="{59DA95A8-D96A-DCE3-41FB-FC1A45D16E1A}"/>
              </a:ext>
            </a:extLst>
          </p:cNvPr>
          <p:cNvPicPr>
            <a:picLocks noGrp="1" noRot="1" noChangeAspect="1"/>
          </p:cNvPicPr>
          <p:nvPr>
            <p:ph idx="1"/>
            <a:videoFile r:link="rId2"/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35375" y="2097088"/>
            <a:ext cx="4921250" cy="27686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820469A-ACF4-5C3D-C810-C73A9BE31E6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85800" y="5656962"/>
            <a:ext cx="1082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hlinkClick r:id="rId8"/>
              </a:rPr>
              <a:t>Lien vers la playlist</a:t>
            </a:r>
            <a:r>
              <a:rPr lang="fr-CA" dirty="0"/>
              <a:t> (James Hoffman)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D9299D-2653-0D85-2E06-21F4DA2A8C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7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02782-B17A-3086-D72E-390CA6EB9BB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Projet Final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E34C0-977E-FC37-A462-A8FE73420184}"/>
              </a:ext>
            </a:extLst>
          </p:cNvPr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Disponible sur Léa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3FD8CF-F195-B4EA-E307-A439303765C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" name="Espace réservé pour une image  9" descr="Une image contenant intérieur, ordinateur, Périphérique de sortie, ordinateur portable&#10;&#10;Description générée automatiquement">
            <a:extLst>
              <a:ext uri="{FF2B5EF4-FFF2-40B4-BE49-F238E27FC236}">
                <a16:creationId xmlns:a16="http://schemas.microsoft.com/office/drawing/2014/main" id="{89460C8F-5789-D2EE-01A8-80D5FEEEE1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1" r="977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367482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CegepShawi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Shawi">
      <a:majorFont>
        <a:latin typeface="Rockwell Condensed"/>
        <a:ea typeface=""/>
        <a:cs typeface=""/>
      </a:majorFont>
      <a:minorFont>
        <a:latin typeface="Arial"/>
        <a:ea typeface=""/>
        <a:cs typeface="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CegepShawi" id="{C81AFE8E-785F-41DC-AD12-0D8B89AFE940}" vid="{F8370CCA-A65D-4D64-BD21-5D23E8833BE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TM03457503[[fn=Concis]]</Template>
  <TotalTime>632</TotalTime>
  <Words>720</Words>
  <Application>Microsoft Office PowerPoint</Application>
  <PresentationFormat>Grand écran</PresentationFormat>
  <Paragraphs>175</Paragraphs>
  <Slides>21</Slides>
  <Notes>3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Rockwell Condensed</vt:lpstr>
      <vt:lpstr>Wingdings</vt:lpstr>
      <vt:lpstr>ThemeCegepShawi</vt:lpstr>
      <vt:lpstr>Initiation à la profession</vt:lpstr>
      <vt:lpstr>Préparer une présentation</vt:lpstr>
      <vt:lpstr>Préparer une présentation</vt:lpstr>
      <vt:lpstr>Faire une bonne présentation</vt:lpstr>
      <vt:lpstr>Matériel de support</vt:lpstr>
      <vt:lpstr>Mise en forme du support</vt:lpstr>
      <vt:lpstr>En résumé</vt:lpstr>
      <vt:lpstr>Ressources</vt:lpstr>
      <vt:lpstr>Logiciels de présentation</vt:lpstr>
      <vt:lpstr>Logiciel de présentation</vt:lpstr>
      <vt:lpstr>Exemples de logiciel</vt:lpstr>
      <vt:lpstr>Powerpoint</vt:lpstr>
      <vt:lpstr>Masques des diapositives</vt:lpstr>
      <vt:lpstr>Exercice 10.1</vt:lpstr>
      <vt:lpstr>Traitement de texte et insertion</vt:lpstr>
      <vt:lpstr>Transitions et Animations</vt:lpstr>
      <vt:lpstr>Exercice 10.2</vt:lpstr>
      <vt:lpstr>Mode de présentation</vt:lpstr>
      <vt:lpstr>Enregistrement</vt:lpstr>
      <vt:lpstr>Introduction à Microsoft PowerPoint</vt:lpstr>
      <vt:lpstr>Projet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Environnement et outils informatiques</dc:title>
  <dc:creator>Maude-Amélie Dufresne</dc:creator>
  <cp:lastModifiedBy>Marie-Christine Bélanger</cp:lastModifiedBy>
  <cp:revision>2</cp:revision>
  <dcterms:created xsi:type="dcterms:W3CDTF">2022-10-05T00:09:17Z</dcterms:created>
  <dcterms:modified xsi:type="dcterms:W3CDTF">2025-11-21T16:55:17Z</dcterms:modified>
</cp:coreProperties>
</file>